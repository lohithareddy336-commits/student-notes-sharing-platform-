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Roboto" panose="02000000000000000000" pitchFamily="2" charset="0"/>
      <p:regular r:id="rId10"/>
    </p:embeddedFont>
    <p:embeddedFont>
      <p:font typeface="Roboto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BF42-7179-8832-2C8A-2FD320B7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0"/>
          </a:xfrm>
        </p:spPr>
        <p:txBody>
          <a:bodyPr/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Represented by:</a:t>
            </a:r>
            <a:br>
              <a:rPr lang="en-IN" dirty="0"/>
            </a:br>
            <a:r>
              <a:rPr lang="en-IN" dirty="0"/>
              <a:t>         Vennela Reddy-25MVCSMR0002</a:t>
            </a:r>
            <a:br>
              <a:rPr lang="en-IN" dirty="0"/>
            </a:br>
            <a:r>
              <a:rPr lang="en-IN" dirty="0"/>
              <a:t>        Lohitha Reddy-25MVCSMR0012</a:t>
            </a:r>
            <a:br>
              <a:rPr lang="en-IN" dirty="0"/>
            </a:br>
            <a:r>
              <a:rPr lang="en-IN" dirty="0"/>
              <a:t>Meghana-25MVCSMR0027</a:t>
            </a:r>
            <a:br>
              <a:rPr lang="en-IN" dirty="0"/>
            </a:br>
            <a:r>
              <a:rPr lang="en-IN" dirty="0"/>
              <a:t>    Lakshmi Sri-25MVCSMR0093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84EAF-597C-D9FE-67A0-E7BB88230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287999" cy="323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7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9236" y="891028"/>
            <a:ext cx="8443540" cy="2509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7"/>
              </a:lnSpc>
            </a:pPr>
            <a:r>
              <a:rPr lang="en-US" sz="9153" b="1" spc="-348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Student Notes</a:t>
            </a:r>
          </a:p>
          <a:p>
            <a:pPr algn="l">
              <a:lnSpc>
                <a:spcPts val="9797"/>
              </a:lnSpc>
            </a:pPr>
            <a:r>
              <a:rPr lang="en-US" sz="9153" b="1" spc="-348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Sharing Platform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848060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29203" y="4348670"/>
            <a:ext cx="7446902" cy="99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Empowering students to upload and access </a:t>
            </a:r>
            <a:r>
              <a:rPr lang="en-US" sz="2896" spc="-57">
                <a:solidFill>
                  <a:srgbClr val="A2B243"/>
                </a:solidFill>
                <a:latin typeface="Roboto"/>
                <a:ea typeface="Roboto"/>
                <a:cs typeface="Roboto"/>
                <a:sym typeface="Roboto"/>
              </a:rPr>
              <a:t>curated subject notes</a:t>
            </a:r>
            <a:r>
              <a:rPr lang="en-US" sz="2896" spc="-57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seamlessly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823" y="5869573"/>
            <a:ext cx="4563749" cy="31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>
                <a:solidFill>
                  <a:srgbClr val="A2B243"/>
                </a:solidFill>
                <a:latin typeface="Roboto Bold"/>
                <a:ea typeface="Roboto Bold"/>
                <a:cs typeface="Roboto Bold"/>
                <a:sym typeface="Roboto Bold"/>
              </a:rPr>
              <a:t>BUILT FOR COLLABORATIVE EDUCATION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4728" y="6311427"/>
            <a:ext cx="5573338" cy="69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36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A MERN-based platform for collaborative education and knowledge sharing.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7925691"/>
            <a:ext cx="229694" cy="1727254"/>
          </a:xfrm>
          <a:custGeom>
            <a:avLst/>
            <a:gdLst/>
            <a:ahLst/>
            <a:cxnLst/>
            <a:rect l="l" t="t" r="r" b="b"/>
            <a:pathLst>
              <a:path w="229694" h="172725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06858" y="7932017"/>
            <a:ext cx="3791570" cy="30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617" b="1" spc="-32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Ananya Sharma</a:t>
            </a:r>
            <a:r>
              <a:rPr lang="en-US" sz="1617" spc="-3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   Full Stack Developer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9550" y="8339551"/>
            <a:ext cx="3522383" cy="31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Rohit Verma</a:t>
            </a:r>
            <a:r>
              <a:rPr lang="en-US" sz="1740" spc="-34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   Backend Developer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4306" y="8746193"/>
            <a:ext cx="3046768" cy="31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Sneha Patel</a:t>
            </a:r>
            <a:r>
              <a:rPr lang="en-US" sz="1740" spc="-34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   UI/UX Designer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8036" y="9137775"/>
            <a:ext cx="2673708" cy="31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Arjun Singh</a:t>
            </a:r>
            <a:r>
              <a:rPr lang="en-US" sz="1740" spc="-34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   QA &amp; Tester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368" y="7481083"/>
            <a:ext cx="1209288" cy="31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>
                <a:solidFill>
                  <a:srgbClr val="A2B243"/>
                </a:solidFill>
                <a:latin typeface="Roboto Bold"/>
                <a:ea typeface="Roboto Bold"/>
                <a:cs typeface="Roboto Bold"/>
                <a:sym typeface="Roboto Bold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456536" cy="10287000"/>
          </a:xfrm>
          <a:custGeom>
            <a:avLst/>
            <a:gdLst/>
            <a:ahLst/>
            <a:cxnLst/>
            <a:rect l="l" t="t" r="r" b="b"/>
            <a:pathLst>
              <a:path w="10456536" h="10287000">
                <a:moveTo>
                  <a:pt x="0" y="0"/>
                </a:moveTo>
                <a:lnTo>
                  <a:pt x="10456536" y="0"/>
                </a:lnTo>
                <a:lnTo>
                  <a:pt x="10456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73598" y="2995365"/>
            <a:ext cx="3270402" cy="7291635"/>
          </a:xfrm>
          <a:custGeom>
            <a:avLst/>
            <a:gdLst/>
            <a:ahLst/>
            <a:cxnLst/>
            <a:rect l="l" t="t" r="r" b="b"/>
            <a:pathLst>
              <a:path w="3270402" h="7291635">
                <a:moveTo>
                  <a:pt x="0" y="0"/>
                </a:moveTo>
                <a:lnTo>
                  <a:pt x="3270402" y="0"/>
                </a:lnTo>
                <a:lnTo>
                  <a:pt x="3270402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1213" y="1093746"/>
            <a:ext cx="6530227" cy="1103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7769" b="1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The Challenge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350377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7621" y="3047997"/>
            <a:ext cx="5568326" cy="139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308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Finding the right notes shouldn’t be </a:t>
            </a:r>
            <a:r>
              <a:rPr lang="en-US" sz="4308" b="1">
                <a:solidFill>
                  <a:srgbClr val="B6C139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this hard.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1116" y="4894632"/>
            <a:ext cx="4897740" cy="78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35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Students struggle to find organized, quality notes across subjects.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3548" y="6154511"/>
            <a:ext cx="4654624" cy="40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48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Wastes time and slows learning.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9683" y="6942907"/>
            <a:ext cx="5041029" cy="78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35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Hard to manage diverse data and ensure access for the right students.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959" y="8162835"/>
            <a:ext cx="4313518" cy="78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35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Lack of a smooth, collaborative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12708" y="0"/>
            <a:ext cx="10675292" cy="10287000"/>
          </a:xfrm>
          <a:custGeom>
            <a:avLst/>
            <a:gdLst/>
            <a:ahLst/>
            <a:cxnLst/>
            <a:rect l="l" t="t" r="r" b="b"/>
            <a:pathLst>
              <a:path w="10675292" h="10287000">
                <a:moveTo>
                  <a:pt x="0" y="0"/>
                </a:moveTo>
                <a:lnTo>
                  <a:pt x="10675292" y="0"/>
                </a:lnTo>
                <a:lnTo>
                  <a:pt x="10675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2447" y="1147357"/>
            <a:ext cx="6122537" cy="107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7124" b="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Our Innovation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350377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4344" y="3080680"/>
            <a:ext cx="3932738" cy="177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939" b="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 smarter way to manage and</a:t>
            </a:r>
          </a:p>
          <a:p>
            <a:pPr algn="l">
              <a:lnSpc>
                <a:spcPts val="4728"/>
              </a:lnSpc>
            </a:pPr>
            <a:r>
              <a:rPr lang="en-US" sz="3939" b="1">
                <a:solidFill>
                  <a:srgbClr val="A6B23C"/>
                </a:solidFill>
                <a:latin typeface="Roboto Bold"/>
                <a:ea typeface="Roboto Bold"/>
                <a:cs typeface="Roboto Bold"/>
                <a:sym typeface="Roboto Bold"/>
              </a:rPr>
              <a:t>share notes.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57" y="5286160"/>
            <a:ext cx="5311488" cy="7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Full </a:t>
            </a:r>
            <a:r>
              <a:rPr lang="en-US" sz="2271" b="1" spc="22">
                <a:solidFill>
                  <a:srgbClr val="A6B23C"/>
                </a:solidFill>
                <a:latin typeface="Roboto Bold"/>
                <a:ea typeface="Roboto Bold"/>
                <a:cs typeface="Roboto Bold"/>
                <a:sym typeface="Roboto Bold"/>
              </a:rPr>
              <a:t>MERN stack </a:t>
            </a: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platform for seamless</a:t>
            </a:r>
          </a:p>
          <a:p>
            <a:pPr algn="l">
              <a:lnSpc>
                <a:spcPts val="3180"/>
              </a:lnSpc>
            </a:pP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note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5890" y="6370540"/>
            <a:ext cx="5778173" cy="7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Complete </a:t>
            </a:r>
            <a:r>
              <a:rPr lang="en-US" sz="2271" b="1" spc="22">
                <a:solidFill>
                  <a:srgbClr val="A6B23C"/>
                </a:solidFill>
                <a:latin typeface="Roboto Bold"/>
                <a:ea typeface="Roboto Bold"/>
                <a:cs typeface="Roboto Bold"/>
                <a:sym typeface="Roboto Bold"/>
              </a:rPr>
              <a:t>upload, view, update, </a:t>
            </a: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271" b="1" spc="22">
                <a:solidFill>
                  <a:srgbClr val="A6B23C"/>
                </a:solidFill>
                <a:latin typeface="Roboto Bold"/>
                <a:ea typeface="Roboto Bold"/>
                <a:cs typeface="Roboto Bold"/>
                <a:sym typeface="Roboto Bold"/>
              </a:rPr>
              <a:t>delete </a:t>
            </a: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notes by subject and topic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009" y="7454921"/>
            <a:ext cx="5166253" cy="7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Secure authentication with </a:t>
            </a:r>
            <a:r>
              <a:rPr lang="en-US" sz="2271" b="1" spc="22">
                <a:solidFill>
                  <a:srgbClr val="A6B23C"/>
                </a:solidFill>
                <a:latin typeface="Roboto Bold"/>
                <a:ea typeface="Roboto Bold"/>
                <a:cs typeface="Roboto Bold"/>
                <a:sym typeface="Roboto Bold"/>
              </a:rPr>
              <a:t>role-based permissions </a:t>
            </a: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for students and admins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233" y="8539301"/>
            <a:ext cx="4143907" cy="7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Intuitive </a:t>
            </a:r>
            <a:r>
              <a:rPr lang="en-US" sz="2271" b="1" spc="22">
                <a:solidFill>
                  <a:srgbClr val="A6B23C"/>
                </a:solidFill>
                <a:latin typeface="Roboto Bold"/>
                <a:ea typeface="Roboto Bold"/>
                <a:cs typeface="Roboto Bold"/>
                <a:sym typeface="Roboto Bold"/>
              </a:rPr>
              <a:t>React interface </a:t>
            </a: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with a</a:t>
            </a:r>
          </a:p>
          <a:p>
            <a:pPr algn="l">
              <a:lnSpc>
                <a:spcPts val="3180"/>
              </a:lnSpc>
            </a:pPr>
            <a:r>
              <a:rPr lang="en-US" sz="2271" spc="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responsive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548" y="710592"/>
            <a:ext cx="5817839" cy="112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7492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How It Works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0789" y="2478246"/>
            <a:ext cx="6572664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A seamless journey from access to notes.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2249" y="3466726"/>
            <a:ext cx="679404" cy="67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4530" b="1">
                <a:solidFill>
                  <a:srgbClr val="B2BF33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285339"/>
            <a:ext cx="2843828" cy="3224936"/>
          </a:xfrm>
          <a:custGeom>
            <a:avLst/>
            <a:gdLst/>
            <a:ahLst/>
            <a:cxnLst/>
            <a:rect l="l" t="t" r="r" b="b"/>
            <a:pathLst>
              <a:path w="2843828" h="3224936">
                <a:moveTo>
                  <a:pt x="0" y="0"/>
                </a:moveTo>
                <a:lnTo>
                  <a:pt x="2843828" y="0"/>
                </a:lnTo>
                <a:lnTo>
                  <a:pt x="284382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32821" y="4903042"/>
            <a:ext cx="1211653" cy="50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366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Log 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94" y="5803469"/>
            <a:ext cx="1773107" cy="719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Authentication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&amp; role check</a:t>
            </a:r>
          </a:p>
        </p:txBody>
      </p:sp>
      <p:sp>
        <p:nvSpPr>
          <p:cNvPr id="10" name="Freeform 10"/>
          <p:cNvSpPr/>
          <p:nvPr/>
        </p:nvSpPr>
        <p:spPr>
          <a:xfrm>
            <a:off x="3478220" y="513803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74827" y="3466726"/>
            <a:ext cx="679404" cy="67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4530" b="1">
                <a:solidFill>
                  <a:srgbClr val="B2BF33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15732" y="4285339"/>
            <a:ext cx="3051646" cy="3224936"/>
          </a:xfrm>
          <a:custGeom>
            <a:avLst/>
            <a:gdLst/>
            <a:ahLst/>
            <a:cxnLst/>
            <a:rect l="l" t="t" r="r" b="b"/>
            <a:pathLst>
              <a:path w="3051646" h="3224936">
                <a:moveTo>
                  <a:pt x="0" y="0"/>
                </a:moveTo>
                <a:lnTo>
                  <a:pt x="3051646" y="0"/>
                </a:lnTo>
                <a:lnTo>
                  <a:pt x="305164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702711" y="4631946"/>
            <a:ext cx="1444684" cy="97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Choose</a:t>
            </a:r>
          </a:p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subject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15375" y="5803469"/>
            <a:ext cx="1704546" cy="719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Select subject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and topic</a:t>
            </a:r>
          </a:p>
        </p:txBody>
      </p:sp>
      <p:sp>
        <p:nvSpPr>
          <p:cNvPr id="15" name="Freeform 15"/>
          <p:cNvSpPr/>
          <p:nvPr/>
        </p:nvSpPr>
        <p:spPr>
          <a:xfrm>
            <a:off x="6956440" y="513803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577038" y="3466726"/>
            <a:ext cx="679404" cy="67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4530" b="1">
                <a:solidFill>
                  <a:srgbClr val="B2BF33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7393952" y="4285339"/>
            <a:ext cx="3062584" cy="3224936"/>
          </a:xfrm>
          <a:custGeom>
            <a:avLst/>
            <a:gdLst/>
            <a:ahLst/>
            <a:cxnLst/>
            <a:rect l="l" t="t" r="r" b="b"/>
            <a:pathLst>
              <a:path w="3062584" h="3224936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084918" y="4631946"/>
            <a:ext cx="1538271" cy="97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Manage</a:t>
            </a:r>
          </a:p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notes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04235" y="5803469"/>
            <a:ext cx="2099637" cy="107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Upload or access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notes with full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CRUD operations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226842" y="513803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006038" y="3466726"/>
            <a:ext cx="679404" cy="67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4530" b="1">
                <a:solidFill>
                  <a:srgbClr val="B2BF33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883110" y="4285339"/>
            <a:ext cx="2832890" cy="3224936"/>
          </a:xfrm>
          <a:custGeom>
            <a:avLst/>
            <a:gdLst/>
            <a:ahLst/>
            <a:cxnLst/>
            <a:rect l="l" t="t" r="r" b="b"/>
            <a:pathLst>
              <a:path w="2832890" h="3224936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446581" y="4631946"/>
            <a:ext cx="1672944" cy="97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Process</a:t>
            </a:r>
          </a:p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requests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00888" y="5803469"/>
            <a:ext cx="2164329" cy="107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REST APIs handle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requests and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business logic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716000" y="5138034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354670" y="3466726"/>
            <a:ext cx="679404" cy="67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4530" b="1">
                <a:solidFill>
                  <a:srgbClr val="B2BF33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142574" y="4285339"/>
            <a:ext cx="3062584" cy="3224936"/>
          </a:xfrm>
          <a:custGeom>
            <a:avLst/>
            <a:gdLst/>
            <a:ahLst/>
            <a:cxnLst/>
            <a:rect l="l" t="t" r="r" b="b"/>
            <a:pathLst>
              <a:path w="3062584" h="3224936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931920" y="4631946"/>
            <a:ext cx="1560267" cy="97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Store &amp;</a:t>
            </a:r>
          </a:p>
          <a:p>
            <a:pPr algn="ctr">
              <a:lnSpc>
                <a:spcPts val="3881"/>
              </a:lnSpc>
            </a:pPr>
            <a:r>
              <a:rPr lang="en-US" sz="3234" b="1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respond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694648" y="5803469"/>
            <a:ext cx="2034811" cy="107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MongoDB stores</a:t>
            </a:r>
          </a:p>
          <a:p>
            <a:pPr algn="ctr">
              <a:lnSpc>
                <a:spcPts val="2866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data and system returns results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739110" y="7280704"/>
            <a:ext cx="14164450" cy="1300906"/>
          </a:xfrm>
          <a:custGeom>
            <a:avLst/>
            <a:gdLst/>
            <a:ahLst/>
            <a:cxnLst/>
            <a:rect l="l" t="t" r="r" b="b"/>
            <a:pathLst>
              <a:path w="14164450" h="1300906">
                <a:moveTo>
                  <a:pt x="0" y="0"/>
                </a:moveTo>
                <a:lnTo>
                  <a:pt x="14164450" y="0"/>
                </a:lnTo>
                <a:lnTo>
                  <a:pt x="14164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175196" y="7925691"/>
            <a:ext cx="3281340" cy="863627"/>
          </a:xfrm>
          <a:custGeom>
            <a:avLst/>
            <a:gdLst/>
            <a:ahLst/>
            <a:cxnLst/>
            <a:rect l="l" t="t" r="r" b="b"/>
            <a:pathLst>
              <a:path w="3281340" h="863627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7617374" y="8171244"/>
            <a:ext cx="2273512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>
                <a:solidFill>
                  <a:srgbClr val="091427"/>
                </a:solidFill>
                <a:latin typeface="Roboto Bold"/>
                <a:ea typeface="Roboto Bold"/>
                <a:cs typeface="Roboto Bold"/>
                <a:sym typeface="Roboto Bold"/>
              </a:rPr>
              <a:t>Frontend Update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02367" y="8790237"/>
            <a:ext cx="3912634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React dynamically updates</a:t>
            </a:r>
          </a:p>
          <a:p>
            <a:pPr algn="ctr">
              <a:lnSpc>
                <a:spcPts val="2661"/>
              </a:lnSpc>
            </a:pPr>
            <a:r>
              <a:rPr lang="en-US" sz="204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the view for a smooth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3639" y="677581"/>
            <a:ext cx="8966617" cy="93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6618" b="1" spc="-132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Technology &amp; Algorithm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55901" y="2075240"/>
            <a:ext cx="6740362" cy="50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Modern stack. Smart design. Built for scale.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995365"/>
            <a:ext cx="4801694" cy="3006296"/>
          </a:xfrm>
          <a:custGeom>
            <a:avLst/>
            <a:gdLst/>
            <a:ahLst/>
            <a:cxnLst/>
            <a:rect l="l" t="t" r="r" b="b"/>
            <a:pathLst>
              <a:path w="4801694" h="3006296">
                <a:moveTo>
                  <a:pt x="0" y="0"/>
                </a:moveTo>
                <a:lnTo>
                  <a:pt x="4801694" y="0"/>
                </a:lnTo>
                <a:lnTo>
                  <a:pt x="480169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842" y="3421712"/>
            <a:ext cx="885962" cy="1508614"/>
          </a:xfrm>
          <a:custGeom>
            <a:avLst/>
            <a:gdLst/>
            <a:ahLst/>
            <a:cxnLst/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63631" y="3796754"/>
            <a:ext cx="2059515" cy="51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3671" b="1" spc="-73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MongoDB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4227" y="4824936"/>
            <a:ext cx="2893219" cy="77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122" spc="-4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Flexible, scalable</a:t>
            </a:r>
          </a:p>
          <a:p>
            <a:pPr algn="l">
              <a:lnSpc>
                <a:spcPts val="3183"/>
              </a:lnSpc>
            </a:pPr>
            <a:r>
              <a:rPr lang="en-US" sz="2122" spc="-4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data storage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17330" y="40666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092354" y="2995365"/>
            <a:ext cx="5447024" cy="3006296"/>
          </a:xfrm>
          <a:custGeom>
            <a:avLst/>
            <a:gdLst/>
            <a:ahLst/>
            <a:cxnLst/>
            <a:rect l="l" t="t" r="r" b="b"/>
            <a:pathLst>
              <a:path w="5447024" h="3006296">
                <a:moveTo>
                  <a:pt x="0" y="0"/>
                </a:moveTo>
                <a:lnTo>
                  <a:pt x="5447024" y="0"/>
                </a:lnTo>
                <a:lnTo>
                  <a:pt x="544702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29866" y="3421712"/>
            <a:ext cx="2187560" cy="1508614"/>
          </a:xfrm>
          <a:custGeom>
            <a:avLst/>
            <a:gdLst/>
            <a:ahLst/>
            <a:cxnLst/>
            <a:rect l="l" t="t" r="r" b="b"/>
            <a:pathLst>
              <a:path w="2187560" h="1508614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872714" y="3570842"/>
            <a:ext cx="2125448" cy="10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3671" b="1" spc="-73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Express.js</a:t>
            </a:r>
          </a:p>
          <a:p>
            <a:pPr algn="l">
              <a:lnSpc>
                <a:spcPts val="4037"/>
              </a:lnSpc>
            </a:pPr>
            <a:r>
              <a:rPr lang="en-US" sz="3671" b="1" spc="-73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+ Node.js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320622" y="4066699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965952" y="2995365"/>
            <a:ext cx="5020450" cy="3006296"/>
          </a:xfrm>
          <a:custGeom>
            <a:avLst/>
            <a:gdLst/>
            <a:ahLst/>
            <a:cxnLst/>
            <a:rect l="l" t="t" r="r" b="b"/>
            <a:pathLst>
              <a:path w="5020450" h="3006296">
                <a:moveTo>
                  <a:pt x="0" y="0"/>
                </a:moveTo>
                <a:lnTo>
                  <a:pt x="5020450" y="0"/>
                </a:lnTo>
                <a:lnTo>
                  <a:pt x="502045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403464" y="3421712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047541" y="3796754"/>
            <a:ext cx="1671637" cy="51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3671" b="1" spc="-73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React.js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64258" y="4824936"/>
            <a:ext cx="2893219" cy="77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122" spc="-4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Dynamic, responsive</a:t>
            </a:r>
          </a:p>
          <a:p>
            <a:pPr algn="l">
              <a:lnSpc>
                <a:spcPts val="3183"/>
              </a:lnSpc>
            </a:pPr>
            <a:r>
              <a:rPr lang="en-US" sz="2122" spc="-4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5330" y="6209369"/>
            <a:ext cx="16341072" cy="3651284"/>
          </a:xfrm>
          <a:custGeom>
            <a:avLst/>
            <a:gdLst/>
            <a:ahLst/>
            <a:cxnLst/>
            <a:rect l="l" t="t" r="r" b="b"/>
            <a:pathLst>
              <a:path w="16341072" h="3651284">
                <a:moveTo>
                  <a:pt x="0" y="0"/>
                </a:moveTo>
                <a:lnTo>
                  <a:pt x="16341072" y="0"/>
                </a:lnTo>
                <a:lnTo>
                  <a:pt x="16341072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64086" y="7280704"/>
            <a:ext cx="1323474" cy="1300906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357328" y="6638675"/>
            <a:ext cx="2689818" cy="50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ACBF38"/>
                </a:solidFill>
                <a:latin typeface="Roboto Bold"/>
                <a:ea typeface="Roboto Bold"/>
                <a:cs typeface="Roboto Bold"/>
                <a:sym typeface="Roboto Bold"/>
              </a:rPr>
              <a:t>Secure by design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84227" y="7385686"/>
            <a:ext cx="2893219" cy="127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Role-based access control implemented for security</a:t>
            </a:r>
          </a:p>
        </p:txBody>
      </p:sp>
      <p:sp>
        <p:nvSpPr>
          <p:cNvPr id="23" name="Freeform 23"/>
          <p:cNvSpPr/>
          <p:nvPr/>
        </p:nvSpPr>
        <p:spPr>
          <a:xfrm>
            <a:off x="5873598" y="6635716"/>
            <a:ext cx="229694" cy="2798589"/>
          </a:xfrm>
          <a:custGeom>
            <a:avLst/>
            <a:gdLst/>
            <a:ahLst/>
            <a:cxnLst/>
            <a:rect l="l" t="t" r="r" b="b"/>
            <a:pathLst>
              <a:path w="229694" h="2798589">
                <a:moveTo>
                  <a:pt x="0" y="0"/>
                </a:moveTo>
                <a:lnTo>
                  <a:pt x="229694" y="0"/>
                </a:lnTo>
                <a:lnTo>
                  <a:pt x="22969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092354" y="7280704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7570895" y="6638675"/>
            <a:ext cx="3719893" cy="50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ACBF38"/>
                </a:solidFill>
                <a:latin typeface="Roboto Bold"/>
                <a:ea typeface="Roboto Bold"/>
                <a:cs typeface="Roboto Bold"/>
                <a:sym typeface="Roboto Bold"/>
              </a:rPr>
              <a:t>Optimized performance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08094" y="7385686"/>
            <a:ext cx="2893219" cy="127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CRUD operations optimized for</a:t>
            </a:r>
          </a:p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speed and reliability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747196" y="6635716"/>
            <a:ext cx="229694" cy="2798589"/>
          </a:xfrm>
          <a:custGeom>
            <a:avLst/>
            <a:gdLst/>
            <a:ahLst/>
            <a:cxnLst/>
            <a:rect l="l" t="t" r="r" b="b"/>
            <a:pathLst>
              <a:path w="229694" h="2798589">
                <a:moveTo>
                  <a:pt x="0" y="0"/>
                </a:moveTo>
                <a:lnTo>
                  <a:pt x="229694" y="0"/>
                </a:lnTo>
                <a:lnTo>
                  <a:pt x="22969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965952" y="7280704"/>
            <a:ext cx="1323474" cy="1300906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3776150" y="6638675"/>
            <a:ext cx="2021714" cy="50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ACBF38"/>
                </a:solidFill>
                <a:latin typeface="Roboto Bold"/>
                <a:ea typeface="Roboto Bold"/>
                <a:cs typeface="Roboto Bold"/>
                <a:sym typeface="Roboto Bold"/>
              </a:rPr>
              <a:t>Built to scale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23156" y="7414372"/>
            <a:ext cx="2893219" cy="113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MERN provides</a:t>
            </a:r>
          </a:p>
          <a:p>
            <a:pPr algn="l">
              <a:lnSpc>
                <a:spcPts val="3017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full-stack JavaScript consistency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23156" y="8716298"/>
            <a:ext cx="2893219" cy="75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Scalable and easy</a:t>
            </a:r>
          </a:p>
          <a:p>
            <a:pPr algn="l">
              <a:lnSpc>
                <a:spcPts val="3017"/>
              </a:lnSpc>
            </a:pPr>
            <a:r>
              <a:rPr lang="en-US" sz="2321" spc="-4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to maintain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93969" y="4824936"/>
            <a:ext cx="2893219" cy="77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122" spc="-4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RESTful API</a:t>
            </a:r>
          </a:p>
          <a:p>
            <a:pPr algn="l">
              <a:lnSpc>
                <a:spcPts val="3183"/>
              </a:lnSpc>
            </a:pPr>
            <a:r>
              <a:rPr lang="en-US" sz="2122" spc="-4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6387" y="603597"/>
            <a:ext cx="6655095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Demo &amp; Impact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1924030"/>
            <a:ext cx="5676718" cy="3869923"/>
          </a:xfrm>
          <a:custGeom>
            <a:avLst/>
            <a:gdLst/>
            <a:ahLst/>
            <a:cxnLst/>
            <a:rect l="l" t="t" r="r" b="b"/>
            <a:pathLst>
              <a:path w="5676718" h="3869923">
                <a:moveTo>
                  <a:pt x="0" y="0"/>
                </a:moveTo>
                <a:lnTo>
                  <a:pt x="5676718" y="0"/>
                </a:lnTo>
                <a:lnTo>
                  <a:pt x="567671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92354" y="1924030"/>
            <a:ext cx="5665780" cy="3869923"/>
          </a:xfrm>
          <a:custGeom>
            <a:avLst/>
            <a:gdLst/>
            <a:ahLst/>
            <a:cxnLst/>
            <a:rect l="l" t="t" r="r" b="b"/>
            <a:pathLst>
              <a:path w="5665780" h="3869923">
                <a:moveTo>
                  <a:pt x="0" y="0"/>
                </a:moveTo>
                <a:lnTo>
                  <a:pt x="5665780" y="0"/>
                </a:lnTo>
                <a:lnTo>
                  <a:pt x="566578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47196" y="1924030"/>
            <a:ext cx="5895474" cy="3869923"/>
          </a:xfrm>
          <a:custGeom>
            <a:avLst/>
            <a:gdLst/>
            <a:ahLst/>
            <a:cxnLst/>
            <a:rect l="l" t="t" r="r" b="b"/>
            <a:pathLst>
              <a:path w="5895474" h="3869923">
                <a:moveTo>
                  <a:pt x="0" y="0"/>
                </a:moveTo>
                <a:lnTo>
                  <a:pt x="5895474" y="0"/>
                </a:lnTo>
                <a:lnTo>
                  <a:pt x="589547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54842" y="3421712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320622" y="3421712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61817" y="6411328"/>
            <a:ext cx="3042518" cy="77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 spc="-20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Secure and simple access for every student.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0269" y="5995903"/>
            <a:ext cx="1877696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>
                <a:solidFill>
                  <a:srgbClr val="AEBC3C"/>
                </a:solidFill>
                <a:latin typeface="Roboto Bold"/>
                <a:ea typeface="Roboto Bold"/>
                <a:cs typeface="Roboto Bold"/>
                <a:sym typeface="Roboto Bold"/>
              </a:rPr>
              <a:t>Upload Notes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27016" y="6411327"/>
            <a:ext cx="3254228" cy="77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 spc="-20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Easily upload and organize notes by subject and topic.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57664" y="5994903"/>
            <a:ext cx="3509242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>
                <a:solidFill>
                  <a:srgbClr val="AEBC3C"/>
                </a:solidFill>
                <a:latin typeface="Roboto Bold"/>
                <a:ea typeface="Roboto Bold"/>
                <a:cs typeface="Roboto Bold"/>
                <a:sym typeface="Roboto Bold"/>
              </a:rPr>
              <a:t>Browse Subjects &amp; Topics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56529" y="6411327"/>
            <a:ext cx="3616672" cy="77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Quickly find and access notes organized the way you study.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7499343"/>
            <a:ext cx="16997340" cy="2579949"/>
          </a:xfrm>
          <a:custGeom>
            <a:avLst/>
            <a:gdLst/>
            <a:ahLst/>
            <a:cxnLst/>
            <a:rect l="l" t="t" r="r" b="b"/>
            <a:pathLst>
              <a:path w="16997340" h="2579949">
                <a:moveTo>
                  <a:pt x="0" y="0"/>
                </a:moveTo>
                <a:lnTo>
                  <a:pt x="16997340" y="0"/>
                </a:lnTo>
                <a:lnTo>
                  <a:pt x="1699734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00397" y="8014056"/>
            <a:ext cx="3321193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>
                <a:solidFill>
                  <a:srgbClr val="F4F4F4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Performance Highlights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1544" y="8628474"/>
            <a:ext cx="1264860" cy="66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AEBC3C"/>
                </a:solidFill>
                <a:latin typeface="Roboto Bold"/>
                <a:ea typeface="Roboto Bold"/>
                <a:cs typeface="Roboto Bold"/>
                <a:sym typeface="Roboto Bold"/>
              </a:rPr>
              <a:t>Fast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8981" y="9294227"/>
            <a:ext cx="2121252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response times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4134488" y="8570678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038333" y="8628474"/>
            <a:ext cx="2292380" cy="66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AEBC3C"/>
                </a:solidFill>
                <a:latin typeface="Roboto Bold"/>
                <a:ea typeface="Roboto Bold"/>
                <a:cs typeface="Roboto Bold"/>
                <a:sym typeface="Roboto Bold"/>
              </a:rPr>
              <a:t>Smooth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14313" y="9294227"/>
            <a:ext cx="3002953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navigation experience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25431" y="8014056"/>
            <a:ext cx="1654852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>
                <a:solidFill>
                  <a:srgbClr val="F4F4F4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Real Impact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41064" y="8709929"/>
            <a:ext cx="1731134" cy="42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1">
                <a:solidFill>
                  <a:srgbClr val="AEBC3C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Improved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4505" y="9203862"/>
            <a:ext cx="2387032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note accessibility</a:t>
            </a:r>
          </a:p>
        </p:txBody>
      </p:sp>
      <p:sp>
        <p:nvSpPr>
          <p:cNvPr id="25" name="Freeform 25"/>
          <p:cNvSpPr/>
          <p:nvPr/>
        </p:nvSpPr>
        <p:spPr>
          <a:xfrm>
            <a:off x="12840976" y="8570678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698103" y="8709929"/>
            <a:ext cx="1789672" cy="42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1">
                <a:solidFill>
                  <a:srgbClr val="AEBC3C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Enhanced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86767" y="9203862"/>
            <a:ext cx="2923278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>
                <a:solidFill>
                  <a:srgbClr val="F4F4F4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student collaboration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48445" y="5995903"/>
            <a:ext cx="774965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>
                <a:solidFill>
                  <a:srgbClr val="AEBC3C"/>
                </a:solidFill>
                <a:latin typeface="Roboto Bold"/>
                <a:ea typeface="Roboto Bold"/>
                <a:cs typeface="Roboto Bold"/>
                <a:sym typeface="Roboto Bold"/>
              </a:rPr>
              <a:t>Login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976890" cy="10287000"/>
          </a:xfrm>
          <a:custGeom>
            <a:avLst/>
            <a:gdLst/>
            <a:ahLst/>
            <a:cxnLst/>
            <a:rect l="l" t="t" r="r" b="b"/>
            <a:pathLst>
              <a:path w="11976890" h="1028700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2496" y="776371"/>
            <a:ext cx="5723073" cy="111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4" b="1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Future Vision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924030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4982" y="2674037"/>
            <a:ext cx="4474495" cy="43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1">
                <a:solidFill>
                  <a:srgbClr val="B0B83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We have a functional MVP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2966" y="3863844"/>
            <a:ext cx="4676063" cy="43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1">
                <a:solidFill>
                  <a:srgbClr val="B0B83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We are building what’s next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252" y="4360851"/>
            <a:ext cx="6547467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Smarter search, mobile app, and LMS integration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8088" y="5113893"/>
            <a:ext cx="2163883" cy="43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1">
                <a:solidFill>
                  <a:srgbClr val="B0B83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Built to grow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167" y="5595840"/>
            <a:ext cx="5455926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Ready for more users and more subjects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6428009"/>
            <a:ext cx="7853340" cy="218640"/>
          </a:xfrm>
          <a:custGeom>
            <a:avLst/>
            <a:gdLst/>
            <a:ahLst/>
            <a:cxnLst/>
            <a:rect l="l" t="t" r="r" b="b"/>
            <a:pathLst>
              <a:path w="7853340" h="218640">
                <a:moveTo>
                  <a:pt x="0" y="0"/>
                </a:moveTo>
                <a:lnTo>
                  <a:pt x="7853340" y="0"/>
                </a:lnTo>
                <a:lnTo>
                  <a:pt x="7853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06369" y="6936255"/>
            <a:ext cx="6335770" cy="1044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478" b="1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Building a connected learning community, </a:t>
            </a:r>
            <a:r>
              <a:rPr lang="en-US" sz="3478" b="1">
                <a:solidFill>
                  <a:srgbClr val="B0B83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one note at a time.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8133399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37653" y="8502583"/>
            <a:ext cx="3207337" cy="77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139" b="1">
                <a:solidFill>
                  <a:srgbClr val="B0B832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002" y="9361051"/>
            <a:ext cx="577243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We welcome your questions and feedback.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3425" y="3155984"/>
            <a:ext cx="5630115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Core features working with secure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415</Words>
  <Application>Microsoft Office PowerPoint</Application>
  <PresentationFormat>Custom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Bold</vt:lpstr>
      <vt:lpstr>Arial</vt:lpstr>
      <vt:lpstr>Roboto</vt:lpstr>
      <vt:lpstr>Calibri</vt:lpstr>
      <vt:lpstr>Office Theme</vt:lpstr>
      <vt:lpstr>  Represented by:          Vennela Reddy-25MVCSMR0002         Lohitha Reddy-25MVCSMR0012 Meghana-25MVCSMR0027     Lakshmi Sri-25MVCSMR0093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Notes Platform</dc:title>
  <dc:creator>Vennela Reddy</dc:creator>
  <cp:lastModifiedBy>Vennela Reddy</cp:lastModifiedBy>
  <cp:revision>2</cp:revision>
  <dcterms:created xsi:type="dcterms:W3CDTF">2006-08-16T00:00:00Z</dcterms:created>
  <dcterms:modified xsi:type="dcterms:W3CDTF">2026-10-10T04:48:30Z</dcterms:modified>
  <dc:identifier>DAHXlKmciwo</dc:identifier>
</cp:coreProperties>
</file>